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F565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65531" cy="1127705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85857" y="3197329"/>
            <a:ext cx="1950627" cy="179549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61119" y="6237070"/>
            <a:ext cx="2218052" cy="247274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94812" y="9623310"/>
            <a:ext cx="3869793" cy="119699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524186" y="2425583"/>
            <a:ext cx="770812" cy="99224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753374" y="5055823"/>
            <a:ext cx="1038237" cy="151199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452312" y="2425583"/>
            <a:ext cx="597773" cy="72449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191664" y="2551579"/>
            <a:ext cx="912435" cy="118124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578159" y="5449572"/>
            <a:ext cx="644965" cy="1417496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184888" y="7701815"/>
            <a:ext cx="1919211" cy="1118246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184888" y="9150811"/>
            <a:ext cx="1919211" cy="1118246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0649793" y="3102826"/>
            <a:ext cx="0" cy="7780655"/>
          </a:xfrm>
          <a:custGeom>
            <a:avLst/>
            <a:gdLst/>
            <a:ahLst/>
            <a:cxnLst/>
            <a:rect l="l" t="t" r="r" b="b"/>
            <a:pathLst>
              <a:path h="7780655">
                <a:moveTo>
                  <a:pt x="0" y="7780480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1011603" y="2252328"/>
            <a:ext cx="0" cy="8599805"/>
          </a:xfrm>
          <a:custGeom>
            <a:avLst/>
            <a:gdLst/>
            <a:ahLst/>
            <a:cxnLst/>
            <a:rect l="l" t="t" r="r" b="b"/>
            <a:pathLst>
              <a:path h="8599805">
                <a:moveTo>
                  <a:pt x="0" y="859947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2639747" y="2252328"/>
            <a:ext cx="0" cy="8599805"/>
          </a:xfrm>
          <a:custGeom>
            <a:avLst/>
            <a:gdLst/>
            <a:ahLst/>
            <a:cxnLst/>
            <a:rect l="l" t="t" r="r" b="b"/>
            <a:pathLst>
              <a:path h="8599805">
                <a:moveTo>
                  <a:pt x="0" y="8599478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3662254" y="3465075"/>
            <a:ext cx="0" cy="850900"/>
          </a:xfrm>
          <a:custGeom>
            <a:avLst/>
            <a:gdLst/>
            <a:ahLst/>
            <a:cxnLst/>
            <a:rect l="l" t="t" r="r" b="b"/>
            <a:pathLst>
              <a:path h="850900">
                <a:moveTo>
                  <a:pt x="0" y="850497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4645433" y="8284563"/>
            <a:ext cx="0" cy="315595"/>
          </a:xfrm>
          <a:custGeom>
            <a:avLst/>
            <a:gdLst/>
            <a:ahLst/>
            <a:cxnLst/>
            <a:rect l="l" t="t" r="r" b="b"/>
            <a:pathLst>
              <a:path h="315595">
                <a:moveTo>
                  <a:pt x="0" y="3149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5070165" y="1779829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5">
                <a:moveTo>
                  <a:pt x="0" y="330749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5636476" y="3197325"/>
            <a:ext cx="0" cy="1386205"/>
          </a:xfrm>
          <a:custGeom>
            <a:avLst/>
            <a:gdLst/>
            <a:ahLst/>
            <a:cxnLst/>
            <a:rect l="l" t="t" r="r" b="b"/>
            <a:pathLst>
              <a:path h="1386204">
                <a:moveTo>
                  <a:pt x="0" y="1385996"/>
                </a:moveTo>
                <a:lnTo>
                  <a:pt x="0" y="0"/>
                </a:lnTo>
              </a:path>
            </a:pathLst>
          </a:custGeom>
          <a:ln w="314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7996106" y="5307820"/>
            <a:ext cx="0" cy="1291590"/>
          </a:xfrm>
          <a:custGeom>
            <a:avLst/>
            <a:gdLst/>
            <a:ahLst/>
            <a:cxnLst/>
            <a:rect l="l" t="t" r="r" b="b"/>
            <a:pathLst>
              <a:path h="1291590">
                <a:moveTo>
                  <a:pt x="0" y="1291496"/>
                </a:moveTo>
                <a:lnTo>
                  <a:pt x="0" y="0"/>
                </a:lnTo>
              </a:path>
            </a:pathLst>
          </a:custGeom>
          <a:ln w="393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8578148" y="8820061"/>
            <a:ext cx="0" cy="330835"/>
          </a:xfrm>
          <a:custGeom>
            <a:avLst/>
            <a:gdLst/>
            <a:ahLst/>
            <a:cxnLst/>
            <a:rect l="l" t="t" r="r" b="b"/>
            <a:pathLst>
              <a:path h="330834">
                <a:moveTo>
                  <a:pt x="0" y="33074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19702904" y="1701079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4567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9789424" y="1701079"/>
            <a:ext cx="0" cy="441325"/>
          </a:xfrm>
          <a:custGeom>
            <a:avLst/>
            <a:gdLst/>
            <a:ahLst/>
            <a:cxnLst/>
            <a:rect l="l" t="t" r="r" b="b"/>
            <a:pathLst>
              <a:path h="441325">
                <a:moveTo>
                  <a:pt x="0" y="4409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9773693" y="1716829"/>
            <a:ext cx="314960" cy="409575"/>
          </a:xfrm>
          <a:custGeom>
            <a:avLst/>
            <a:gdLst/>
            <a:ahLst/>
            <a:cxnLst/>
            <a:rect l="l" t="t" r="r" b="b"/>
            <a:pathLst>
              <a:path w="314959" h="409575">
                <a:moveTo>
                  <a:pt x="0" y="0"/>
                </a:moveTo>
                <a:lnTo>
                  <a:pt x="314617" y="0"/>
                </a:lnTo>
              </a:path>
              <a:path w="314959" h="409575">
                <a:moveTo>
                  <a:pt x="0" y="409498"/>
                </a:moveTo>
                <a:lnTo>
                  <a:pt x="314617" y="409498"/>
                </a:lnTo>
              </a:path>
            </a:pathLst>
          </a:custGeom>
          <a:ln w="7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011603" y="2260203"/>
            <a:ext cx="9077325" cy="0"/>
          </a:xfrm>
          <a:custGeom>
            <a:avLst/>
            <a:gdLst/>
            <a:ahLst/>
            <a:cxnLst/>
            <a:rect l="l" t="t" r="r" b="b"/>
            <a:pathLst>
              <a:path w="9077325">
                <a:moveTo>
                  <a:pt x="0" y="0"/>
                </a:moveTo>
                <a:lnTo>
                  <a:pt x="907670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4960049" y="3220950"/>
            <a:ext cx="661035" cy="0"/>
          </a:xfrm>
          <a:custGeom>
            <a:avLst/>
            <a:gdLst/>
            <a:ahLst/>
            <a:cxnLst/>
            <a:rect l="l" t="t" r="r" b="b"/>
            <a:pathLst>
              <a:path w="661034">
                <a:moveTo>
                  <a:pt x="0" y="0"/>
                </a:moveTo>
                <a:lnTo>
                  <a:pt x="660696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7807336" y="5378695"/>
            <a:ext cx="975360" cy="0"/>
          </a:xfrm>
          <a:custGeom>
            <a:avLst/>
            <a:gdLst/>
            <a:ahLst/>
            <a:cxnLst/>
            <a:rect l="l" t="t" r="r" b="b"/>
            <a:pathLst>
              <a:path w="975359">
                <a:moveTo>
                  <a:pt x="0" y="0"/>
                </a:moveTo>
                <a:lnTo>
                  <a:pt x="975313" y="0"/>
                </a:lnTo>
              </a:path>
            </a:pathLst>
          </a:custGeom>
          <a:ln w="23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0067751" y="11269181"/>
            <a:ext cx="10036810" cy="15875"/>
          </a:xfrm>
          <a:custGeom>
            <a:avLst/>
            <a:gdLst/>
            <a:ahLst/>
            <a:cxnLst/>
            <a:rect l="l" t="t" r="r" b="b"/>
            <a:pathLst>
              <a:path w="10036810" h="15875">
                <a:moveTo>
                  <a:pt x="10036348" y="15749"/>
                </a:moveTo>
                <a:lnTo>
                  <a:pt x="0" y="15749"/>
                </a:lnTo>
                <a:lnTo>
                  <a:pt x="0" y="0"/>
                </a:lnTo>
                <a:lnTo>
                  <a:pt x="10036348" y="0"/>
                </a:lnTo>
                <a:lnTo>
                  <a:pt x="10036348" y="15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4F565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4F565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52" cy="483532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866824"/>
            <a:ext cx="20104052" cy="63944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4F565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03359" y="-8672"/>
            <a:ext cx="3689984" cy="464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4F565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32D305-4B51-F210-3826-1BF142D735EE}"/>
              </a:ext>
            </a:extLst>
          </p:cNvPr>
          <p:cNvSpPr txBox="1"/>
          <p:nvPr/>
        </p:nvSpPr>
        <p:spPr>
          <a:xfrm>
            <a:off x="9593179" y="519764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6CECE878-8101-A2D0-77DD-AE9B117E19CE}"/>
              </a:ext>
            </a:extLst>
          </p:cNvPr>
          <p:cNvCxnSpPr/>
          <p:nvPr/>
        </p:nvCxnSpPr>
        <p:spPr>
          <a:xfrm>
            <a:off x="9594850" y="5654675"/>
            <a:ext cx="914400" cy="12700"/>
          </a:xfrm>
          <a:prstGeom prst="bentConnector3">
            <a:avLst>
              <a:gd name="adj1" fmla="val 1219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89639D-1113-CD4B-DE87-1F9810AE1A1E}"/>
              </a:ext>
            </a:extLst>
          </p:cNvPr>
          <p:cNvSpPr txBox="1"/>
          <p:nvPr/>
        </p:nvSpPr>
        <p:spPr>
          <a:xfrm>
            <a:off x="3117850" y="8702675"/>
            <a:ext cx="3429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2"/>
                </a:solidFill>
              </a:rPr>
              <a:t>g.Keerthi</a:t>
            </a:r>
            <a:endParaRPr lang="en-US" sz="3600" dirty="0">
              <a:solidFill>
                <a:schemeClr val="bg2"/>
              </a:solidFill>
            </a:endParaRPr>
          </a:p>
          <a:p>
            <a:r>
              <a:rPr lang="en-US" sz="3600" dirty="0">
                <a:solidFill>
                  <a:schemeClr val="bg2"/>
                </a:solidFill>
              </a:rPr>
              <a:t>2520030416</a:t>
            </a:r>
          </a:p>
          <a:p>
            <a:endParaRPr lang="en-IN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83024" y="77948"/>
            <a:ext cx="122174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25"/>
              </a:spcBef>
              <a:buClr>
                <a:srgbClr val="7E8787"/>
              </a:buClr>
              <a:buSzPct val="68292"/>
              <a:buFont typeface="Arial"/>
              <a:buChar char="✓"/>
              <a:tabLst>
                <a:tab pos="349250" algn="l"/>
                <a:tab pos="1118870" algn="l"/>
              </a:tabLst>
            </a:pPr>
            <a:r>
              <a:rPr sz="2050" spc="-10" dirty="0">
                <a:solidFill>
                  <a:srgbClr val="8E9795"/>
                </a:solidFill>
                <a:latin typeface="Times New Roman"/>
                <a:cs typeface="Times New Roman"/>
              </a:rPr>
              <a:t>Saved</a:t>
            </a:r>
            <a:r>
              <a:rPr sz="2050" dirty="0">
                <a:solidFill>
                  <a:srgbClr val="8E9795"/>
                </a:solidFill>
                <a:latin typeface="Times New Roman"/>
                <a:cs typeface="Times New Roman"/>
              </a:rPr>
              <a:t>	</a:t>
            </a:r>
            <a:r>
              <a:rPr sz="1450" spc="-50" dirty="0">
                <a:solidFill>
                  <a:srgbClr val="7E8787"/>
                </a:solidFill>
                <a:latin typeface="Times New Roman"/>
                <a:cs typeface="Times New Roman"/>
              </a:rPr>
              <a:t>v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43041" y="1801912"/>
            <a:ext cx="111125" cy="140970"/>
          </a:xfrm>
          <a:prstGeom prst="rect">
            <a:avLst/>
          </a:prstGeom>
          <a:solidFill>
            <a:srgbClr val="EDEFF0"/>
          </a:solidFill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750" b="1" spc="-50" dirty="0">
                <a:solidFill>
                  <a:srgbClr val="A5A8A7"/>
                </a:solidFill>
                <a:latin typeface="Times New Roman"/>
                <a:cs typeface="Times New Roman"/>
              </a:rPr>
              <a:t>A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343041" y="1927911"/>
            <a:ext cx="118110" cy="140970"/>
          </a:xfrm>
          <a:custGeom>
            <a:avLst/>
            <a:gdLst/>
            <a:ahLst/>
            <a:cxnLst/>
            <a:rect l="l" t="t" r="r" b="b"/>
            <a:pathLst>
              <a:path w="118109" h="140969">
                <a:moveTo>
                  <a:pt x="117981" y="140974"/>
                </a:moveTo>
                <a:lnTo>
                  <a:pt x="0" y="140974"/>
                </a:lnTo>
                <a:lnTo>
                  <a:pt x="0" y="0"/>
                </a:lnTo>
                <a:lnTo>
                  <a:pt x="117981" y="0"/>
                </a:lnTo>
                <a:lnTo>
                  <a:pt x="117981" y="140974"/>
                </a:lnTo>
                <a:close/>
              </a:path>
            </a:pathLst>
          </a:custGeom>
          <a:solidFill>
            <a:srgbClr val="EDE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343041" y="1942720"/>
            <a:ext cx="111125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50"/>
              </a:lnSpc>
            </a:pPr>
            <a:r>
              <a:rPr sz="750" b="1" spc="-50" dirty="0">
                <a:solidFill>
                  <a:srgbClr val="A5A8A7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53814" y="2105335"/>
            <a:ext cx="212725" cy="544830"/>
          </a:xfrm>
          <a:custGeom>
            <a:avLst/>
            <a:gdLst/>
            <a:ahLst/>
            <a:cxnLst/>
            <a:rect l="l" t="t" r="r" b="b"/>
            <a:pathLst>
              <a:path w="212725" h="544830">
                <a:moveTo>
                  <a:pt x="212369" y="0"/>
                </a:moveTo>
                <a:lnTo>
                  <a:pt x="0" y="0"/>
                </a:lnTo>
                <a:lnTo>
                  <a:pt x="0" y="316928"/>
                </a:lnTo>
                <a:lnTo>
                  <a:pt x="80492" y="316928"/>
                </a:lnTo>
                <a:lnTo>
                  <a:pt x="80492" y="544728"/>
                </a:lnTo>
                <a:lnTo>
                  <a:pt x="151282" y="544728"/>
                </a:lnTo>
                <a:lnTo>
                  <a:pt x="151282" y="316928"/>
                </a:lnTo>
                <a:lnTo>
                  <a:pt x="212369" y="316928"/>
                </a:lnTo>
                <a:lnTo>
                  <a:pt x="212369" y="0"/>
                </a:lnTo>
                <a:close/>
              </a:path>
            </a:pathLst>
          </a:custGeom>
          <a:solidFill>
            <a:srgbClr val="EDE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24690" y="2101819"/>
            <a:ext cx="569595" cy="5353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8930">
              <a:lnSpc>
                <a:spcPts val="1930"/>
              </a:lnSpc>
              <a:spcBef>
                <a:spcPts val="130"/>
              </a:spcBef>
            </a:pPr>
            <a:r>
              <a:rPr sz="1800" spc="-295" dirty="0">
                <a:solidFill>
                  <a:srgbClr val="ACCABD"/>
                </a:solidFill>
                <a:latin typeface="Arial"/>
                <a:cs typeface="Arial"/>
              </a:rPr>
              <a:t>----</a:t>
            </a:r>
            <a:r>
              <a:rPr sz="1800" spc="-200" dirty="0">
                <a:solidFill>
                  <a:srgbClr val="ACCABD"/>
                </a:solidFill>
                <a:latin typeface="Arial"/>
                <a:cs typeface="Arial"/>
              </a:rPr>
              <a:t>..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  <a:tabLst>
                <a:tab pos="408940" algn="l"/>
              </a:tabLst>
            </a:pPr>
            <a:r>
              <a:rPr sz="1900" spc="-25" dirty="0">
                <a:solidFill>
                  <a:srgbClr val="4F5656"/>
                </a:solidFill>
                <a:latin typeface="Times New Roman"/>
                <a:cs typeface="Times New Roman"/>
              </a:rPr>
              <a:t>e.</a:t>
            </a:r>
            <a:r>
              <a:rPr sz="1900" spc="-25" dirty="0">
                <a:solidFill>
                  <a:srgbClr val="676D6E"/>
                </a:solidFill>
                <a:latin typeface="Times New Roman"/>
                <a:cs typeface="Times New Roman"/>
              </a:rPr>
              <a:t>.</a:t>
            </a:r>
            <a:r>
              <a:rPr sz="1900" dirty="0">
                <a:solidFill>
                  <a:srgbClr val="676D6E"/>
                </a:solidFill>
                <a:latin typeface="Times New Roman"/>
                <a:cs typeface="Times New Roman"/>
              </a:rPr>
              <a:t>	</a:t>
            </a:r>
            <a:r>
              <a:rPr sz="1900" spc="-50" dirty="0">
                <a:solidFill>
                  <a:srgbClr val="ACCABD"/>
                </a:solidFill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44195" algn="l"/>
                <a:tab pos="914400" algn="l"/>
                <a:tab pos="2668905" algn="l"/>
              </a:tabLst>
            </a:pPr>
            <a:r>
              <a:rPr sz="2700" spc="-750" dirty="0">
                <a:solidFill>
                  <a:srgbClr val="2D333A"/>
                </a:solidFill>
              </a:rPr>
              <a:t>m</a:t>
            </a:r>
            <a:r>
              <a:rPr sz="2700" dirty="0">
                <a:solidFill>
                  <a:srgbClr val="2D333A"/>
                </a:solidFill>
              </a:rPr>
              <a:t>	</a:t>
            </a:r>
            <a:r>
              <a:rPr sz="2850" b="1" spc="30" baseline="1461" dirty="0">
                <a:solidFill>
                  <a:srgbClr val="2D333A"/>
                </a:solidFill>
                <a:latin typeface="Arial"/>
                <a:cs typeface="Arial"/>
              </a:rPr>
              <a:t>8</a:t>
            </a:r>
            <a:r>
              <a:rPr sz="2850" b="1" baseline="1461" dirty="0">
                <a:solidFill>
                  <a:srgbClr val="2D333A"/>
                </a:solidFill>
                <a:latin typeface="Arial"/>
                <a:cs typeface="Arial"/>
              </a:rPr>
              <a:t>	</a:t>
            </a:r>
            <a:r>
              <a:rPr sz="2625" spc="75" baseline="1587" dirty="0"/>
              <a:t>Print/Export..</a:t>
            </a:r>
            <a:r>
              <a:rPr sz="2625" baseline="1587" dirty="0"/>
              <a:t>	</a:t>
            </a:r>
            <a:r>
              <a:rPr sz="2850" b="1" spc="140" dirty="0">
                <a:solidFill>
                  <a:srgbClr val="2D333A"/>
                </a:solidFill>
                <a:latin typeface="Times New Roman"/>
                <a:cs typeface="Times New Roman"/>
              </a:rPr>
              <a:t>a</a:t>
            </a:r>
            <a:r>
              <a:rPr sz="2850" b="1" spc="-180" dirty="0">
                <a:solidFill>
                  <a:srgbClr val="2D333A"/>
                </a:solidFill>
                <a:latin typeface="Times New Roman"/>
                <a:cs typeface="Times New Roman"/>
              </a:rPr>
              <a:t> </a:t>
            </a:r>
            <a:r>
              <a:rPr sz="3075" spc="-15" baseline="1355" dirty="0">
                <a:latin typeface="Times New Roman"/>
                <a:cs typeface="Times New Roman"/>
              </a:rPr>
              <a:t>Share..</a:t>
            </a:r>
            <a:endParaRPr sz="3075" baseline="135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89685" y="1313548"/>
            <a:ext cx="1786255" cy="75565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700" spc="-20" dirty="0">
                <a:solidFill>
                  <a:srgbClr val="7E8787"/>
                </a:solidFill>
                <a:latin typeface="Arial"/>
                <a:cs typeface="Arial"/>
              </a:rPr>
              <a:t>Room</a:t>
            </a:r>
            <a:endParaRPr sz="1700">
              <a:latin typeface="Arial"/>
              <a:cs typeface="Arial"/>
            </a:endParaRPr>
          </a:p>
          <a:p>
            <a:pPr marL="200660">
              <a:lnSpc>
                <a:spcPct val="100000"/>
              </a:lnSpc>
              <a:spcBef>
                <a:spcPts val="900"/>
              </a:spcBef>
            </a:pPr>
            <a:r>
              <a:rPr sz="1550" dirty="0">
                <a:solidFill>
                  <a:srgbClr val="424646"/>
                </a:solidFill>
                <a:latin typeface="Arial"/>
                <a:cs typeface="Arial"/>
              </a:rPr>
              <a:t>Classroom</a:t>
            </a:r>
            <a:r>
              <a:rPr sz="1550" spc="165" dirty="0">
                <a:solidFill>
                  <a:srgbClr val="424646"/>
                </a:solidFill>
                <a:latin typeface="Arial"/>
                <a:cs typeface="Arial"/>
              </a:rPr>
              <a:t> </a:t>
            </a:r>
            <a:r>
              <a:rPr sz="1550" spc="80" dirty="0">
                <a:solidFill>
                  <a:srgbClr val="424646"/>
                </a:solidFill>
                <a:latin typeface="Arial"/>
                <a:cs typeface="Arial"/>
              </a:rPr>
              <a:t>demo</a:t>
            </a:r>
            <a:endParaRPr sz="15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83593" y="1412760"/>
            <a:ext cx="1770380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u="sng" spc="-135" dirty="0">
                <a:solidFill>
                  <a:srgbClr val="6290CF"/>
                </a:solidFill>
                <a:uFill>
                  <a:solidFill>
                    <a:srgbClr val="6290CF"/>
                  </a:solidFill>
                </a:uFill>
                <a:latin typeface="Arial"/>
                <a:cs typeface="Arial"/>
              </a:rPr>
              <a:t>Edit</a:t>
            </a:r>
            <a:r>
              <a:rPr sz="1950" u="sng" spc="-114" dirty="0">
                <a:solidFill>
                  <a:srgbClr val="6290CF"/>
                </a:solidFill>
                <a:uFill>
                  <a:solidFill>
                    <a:srgbClr val="6290CF"/>
                  </a:solidFill>
                </a:uFill>
                <a:latin typeface="Arial"/>
                <a:cs typeface="Arial"/>
              </a:rPr>
              <a:t> </a:t>
            </a:r>
            <a:r>
              <a:rPr sz="1950" u="sng" spc="-165" dirty="0">
                <a:solidFill>
                  <a:srgbClr val="6290CF"/>
                </a:solidFill>
                <a:uFill>
                  <a:solidFill>
                    <a:srgbClr val="6290CF"/>
                  </a:solidFill>
                </a:uFill>
                <a:latin typeface="Arial"/>
                <a:cs typeface="Arial"/>
              </a:rPr>
              <a:t>selected</a:t>
            </a:r>
            <a:r>
              <a:rPr sz="1950" u="sng" spc="-190" dirty="0">
                <a:solidFill>
                  <a:srgbClr val="6290CF"/>
                </a:solidFill>
                <a:uFill>
                  <a:solidFill>
                    <a:srgbClr val="6290CF"/>
                  </a:solidFill>
                </a:uFill>
                <a:latin typeface="Arial"/>
                <a:cs typeface="Arial"/>
              </a:rPr>
              <a:t> </a:t>
            </a:r>
            <a:r>
              <a:rPr sz="1950" u="sng" spc="-60" dirty="0">
                <a:solidFill>
                  <a:srgbClr val="6290CF"/>
                </a:solidFill>
                <a:uFill>
                  <a:solidFill>
                    <a:srgbClr val="6290CF"/>
                  </a:solidFill>
                </a:uFill>
                <a:latin typeface="Arial"/>
                <a:cs typeface="Arial"/>
              </a:rPr>
              <a:t>room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762643" y="1801912"/>
            <a:ext cx="118110" cy="136525"/>
          </a:xfrm>
          <a:custGeom>
            <a:avLst/>
            <a:gdLst/>
            <a:ahLst/>
            <a:cxnLst/>
            <a:rect l="l" t="t" r="r" b="b"/>
            <a:pathLst>
              <a:path w="118109" h="136525">
                <a:moveTo>
                  <a:pt x="117981" y="136168"/>
                </a:moveTo>
                <a:lnTo>
                  <a:pt x="0" y="136168"/>
                </a:lnTo>
                <a:lnTo>
                  <a:pt x="0" y="0"/>
                </a:lnTo>
                <a:lnTo>
                  <a:pt x="117981" y="0"/>
                </a:lnTo>
                <a:lnTo>
                  <a:pt x="117981" y="136168"/>
                </a:lnTo>
                <a:close/>
              </a:path>
            </a:pathLst>
          </a:custGeom>
          <a:solidFill>
            <a:srgbClr val="EDE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749952" y="1794692"/>
            <a:ext cx="9017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50" dirty="0">
                <a:solidFill>
                  <a:srgbClr val="A5A8A7"/>
                </a:solidFill>
                <a:latin typeface="Times New Roman"/>
                <a:cs typeface="Times New Roman"/>
              </a:rPr>
              <a:t>A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763413" y="1927911"/>
            <a:ext cx="118110" cy="140970"/>
          </a:xfrm>
          <a:custGeom>
            <a:avLst/>
            <a:gdLst/>
            <a:ahLst/>
            <a:cxnLst/>
            <a:rect l="l" t="t" r="r" b="b"/>
            <a:pathLst>
              <a:path w="118109" h="140969">
                <a:moveTo>
                  <a:pt x="117981" y="140974"/>
                </a:moveTo>
                <a:lnTo>
                  <a:pt x="0" y="140974"/>
                </a:lnTo>
                <a:lnTo>
                  <a:pt x="0" y="0"/>
                </a:lnTo>
                <a:lnTo>
                  <a:pt x="117981" y="0"/>
                </a:lnTo>
                <a:lnTo>
                  <a:pt x="117981" y="140974"/>
                </a:lnTo>
                <a:close/>
              </a:path>
            </a:pathLst>
          </a:custGeom>
          <a:solidFill>
            <a:srgbClr val="EDE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750722" y="1920696"/>
            <a:ext cx="85090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50" dirty="0">
                <a:solidFill>
                  <a:srgbClr val="A5A8A7"/>
                </a:solidFill>
                <a:latin typeface="Arial"/>
                <a:cs typeface="Arial"/>
              </a:rPr>
              <a:t>V</a:t>
            </a:r>
            <a:endParaRPr sz="7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987237" y="1778941"/>
            <a:ext cx="50101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60" dirty="0">
                <a:solidFill>
                  <a:srgbClr val="4F5656"/>
                </a:solidFill>
                <a:latin typeface="Arial"/>
                <a:cs typeface="Arial"/>
              </a:rPr>
              <a:t>Clear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93648" y="6795306"/>
            <a:ext cx="654050" cy="3194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890" algn="ctr">
              <a:lnSpc>
                <a:spcPts val="1075"/>
              </a:lnSpc>
              <a:spcBef>
                <a:spcPts val="135"/>
              </a:spcBef>
            </a:pPr>
            <a:r>
              <a:rPr sz="1050" spc="-10" dirty="0">
                <a:solidFill>
                  <a:srgbClr val="7E8787"/>
                </a:solidFill>
                <a:latin typeface="Times New Roman"/>
                <a:cs typeface="Times New Roman"/>
              </a:rPr>
              <a:t>G.11')'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ts val="1195"/>
              </a:lnSpc>
            </a:pPr>
            <a:r>
              <a:rPr sz="1150" u="sng" dirty="0">
                <a:solidFill>
                  <a:srgbClr val="7E8787"/>
                </a:solidFill>
                <a:uFill>
                  <a:solidFill>
                    <a:srgbClr val="7E8787"/>
                  </a:solidFill>
                </a:uFill>
                <a:latin typeface="Arial"/>
                <a:cs typeface="Arial"/>
              </a:rPr>
              <a:t>H</a:t>
            </a:r>
            <a:r>
              <a:rPr sz="1150" u="sng" spc="5" dirty="0">
                <a:solidFill>
                  <a:srgbClr val="7E8787"/>
                </a:solidFill>
                <a:uFill>
                  <a:solidFill>
                    <a:srgbClr val="7E8787"/>
                  </a:solidFill>
                </a:uFill>
                <a:latin typeface="Arial"/>
                <a:cs typeface="Arial"/>
              </a:rPr>
              <a:t> </a:t>
            </a:r>
            <a:r>
              <a:rPr sz="1150" u="sng" spc="-35" dirty="0">
                <a:solidFill>
                  <a:srgbClr val="7E8787"/>
                </a:solidFill>
                <a:uFill>
                  <a:solidFill>
                    <a:srgbClr val="7E8787"/>
                  </a:solidFill>
                </a:uFill>
                <a:latin typeface="Arial"/>
                <a:cs typeface="Arial"/>
              </a:rPr>
              <a:t>cchcock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00156" y="8240364"/>
            <a:ext cx="625475" cy="346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525" algn="ctr">
              <a:lnSpc>
                <a:spcPts val="1325"/>
              </a:lnSpc>
              <a:spcBef>
                <a:spcPts val="90"/>
              </a:spcBef>
            </a:pPr>
            <a:r>
              <a:rPr sz="1250" spc="-20" dirty="0">
                <a:solidFill>
                  <a:srgbClr val="8E9795"/>
                </a:solidFill>
                <a:latin typeface="Arial"/>
                <a:cs typeface="Arial"/>
              </a:rPr>
              <a:t>J.1cqv1</a:t>
            </a:r>
            <a:endParaRPr sz="1250">
              <a:latin typeface="Arial"/>
              <a:cs typeface="Arial"/>
            </a:endParaRPr>
          </a:p>
          <a:p>
            <a:pPr algn="ctr">
              <a:lnSpc>
                <a:spcPts val="1205"/>
              </a:lnSpc>
            </a:pPr>
            <a:r>
              <a:rPr sz="1150" u="sng" spc="-10" dirty="0">
                <a:solidFill>
                  <a:srgbClr val="7E8787"/>
                </a:solidFill>
                <a:uFill>
                  <a:solidFill>
                    <a:srgbClr val="7E8787"/>
                  </a:solidFill>
                </a:uFill>
                <a:latin typeface="Arial"/>
                <a:cs typeface="Arial"/>
              </a:rPr>
              <a:t>Thurmon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068139" y="3381502"/>
            <a:ext cx="534035" cy="6788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1400" spc="-25" dirty="0">
                <a:solidFill>
                  <a:srgbClr val="4F5656"/>
                </a:solidFill>
                <a:latin typeface="Arial"/>
                <a:cs typeface="Arial"/>
              </a:rPr>
              <a:t>MA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894"/>
              </a:lnSpc>
              <a:spcBef>
                <a:spcPts val="1225"/>
              </a:spcBef>
            </a:pPr>
            <a:r>
              <a:rPr sz="850" spc="-10" dirty="0">
                <a:solidFill>
                  <a:srgbClr val="7E8787"/>
                </a:solidFill>
                <a:latin typeface="Arial"/>
                <a:cs typeface="Arial"/>
              </a:rPr>
              <a:t>"'4aVIS</a:t>
            </a:r>
            <a:endParaRPr sz="850">
              <a:latin typeface="Arial"/>
              <a:cs typeface="Arial"/>
            </a:endParaRPr>
          </a:p>
          <a:p>
            <a:pPr marL="46355">
              <a:lnSpc>
                <a:spcPts val="1315"/>
              </a:lnSpc>
            </a:pPr>
            <a:r>
              <a:rPr sz="1200" spc="-10" dirty="0">
                <a:solidFill>
                  <a:srgbClr val="7E8787"/>
                </a:solidFill>
                <a:latin typeface="Arial"/>
                <a:cs typeface="Arial"/>
              </a:rPr>
              <a:t>tonuca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133104" y="6507869"/>
            <a:ext cx="85915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45819" algn="l"/>
              </a:tabLst>
            </a:pPr>
            <a:r>
              <a:rPr sz="1650" u="sng" spc="125" dirty="0">
                <a:solidFill>
                  <a:srgbClr val="B18960"/>
                </a:solidFill>
                <a:uFill>
                  <a:solidFill>
                    <a:srgbClr val="B18960"/>
                  </a:solidFill>
                </a:uFill>
                <a:latin typeface="Times New Roman"/>
                <a:cs typeface="Times New Roman"/>
              </a:rPr>
              <a:t>----</a:t>
            </a:r>
            <a:r>
              <a:rPr sz="1650" u="sng" spc="95" dirty="0">
                <a:solidFill>
                  <a:srgbClr val="B18960"/>
                </a:solidFill>
                <a:uFill>
                  <a:solidFill>
                    <a:srgbClr val="B18960"/>
                  </a:solidFill>
                </a:uFill>
                <a:latin typeface="Times New Roman"/>
                <a:cs typeface="Times New Roman"/>
              </a:rPr>
              <a:t>J....</a:t>
            </a:r>
            <a:r>
              <a:rPr sz="1650" u="sng" dirty="0">
                <a:solidFill>
                  <a:srgbClr val="B18960"/>
                </a:solidFill>
                <a:uFill>
                  <a:solidFill>
                    <a:srgbClr val="B18960"/>
                  </a:solidFill>
                </a:uFill>
                <a:latin typeface="Times New Roman"/>
                <a:cs typeface="Times New Roman"/>
              </a:rPr>
              <a:t>	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372782" y="6594493"/>
            <a:ext cx="15367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65" dirty="0">
                <a:solidFill>
                  <a:srgbClr val="B18960"/>
                </a:solidFill>
                <a:latin typeface="Arial"/>
                <a:cs typeface="Arial"/>
              </a:rPr>
              <a:t>-</a:t>
            </a:r>
            <a:r>
              <a:rPr sz="1000" spc="50" dirty="0">
                <a:solidFill>
                  <a:srgbClr val="B18960"/>
                </a:solidFill>
                <a:latin typeface="Arial"/>
                <a:cs typeface="Arial"/>
              </a:rPr>
              <a:t>J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05995" y="10742266"/>
            <a:ext cx="220345" cy="247650"/>
          </a:xfrm>
          <a:custGeom>
            <a:avLst/>
            <a:gdLst/>
            <a:ahLst/>
            <a:cxnLst/>
            <a:rect l="l" t="t" r="r" b="b"/>
            <a:pathLst>
              <a:path w="220345" h="247650">
                <a:moveTo>
                  <a:pt x="220232" y="247100"/>
                </a:moveTo>
                <a:lnTo>
                  <a:pt x="0" y="247100"/>
                </a:lnTo>
                <a:lnTo>
                  <a:pt x="0" y="0"/>
                </a:lnTo>
                <a:lnTo>
                  <a:pt x="220232" y="0"/>
                </a:lnTo>
                <a:lnTo>
                  <a:pt x="220232" y="247100"/>
                </a:lnTo>
                <a:close/>
              </a:path>
            </a:pathLst>
          </a:custGeom>
          <a:solidFill>
            <a:srgbClr val="CA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986429" y="10742266"/>
            <a:ext cx="267970" cy="247650"/>
          </a:xfrm>
          <a:custGeom>
            <a:avLst/>
            <a:gdLst/>
            <a:ahLst/>
            <a:cxnLst/>
            <a:rect l="l" t="t" r="r" b="b"/>
            <a:pathLst>
              <a:path w="267970" h="247650">
                <a:moveTo>
                  <a:pt x="267424" y="247100"/>
                </a:moveTo>
                <a:lnTo>
                  <a:pt x="0" y="247100"/>
                </a:lnTo>
                <a:lnTo>
                  <a:pt x="0" y="0"/>
                </a:lnTo>
                <a:lnTo>
                  <a:pt x="267424" y="0"/>
                </a:lnTo>
                <a:lnTo>
                  <a:pt x="267424" y="247100"/>
                </a:lnTo>
                <a:close/>
              </a:path>
            </a:pathLst>
          </a:custGeom>
          <a:solidFill>
            <a:srgbClr val="CAEB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2975696" y="10742266"/>
            <a:ext cx="1917064" cy="247650"/>
          </a:xfrm>
          <a:custGeom>
            <a:avLst/>
            <a:gdLst/>
            <a:ahLst/>
            <a:cxnLst/>
            <a:rect l="l" t="t" r="r" b="b"/>
            <a:pathLst>
              <a:path w="1917065" h="247650">
                <a:moveTo>
                  <a:pt x="1916708" y="247100"/>
                </a:moveTo>
                <a:lnTo>
                  <a:pt x="0" y="247100"/>
                </a:lnTo>
                <a:lnTo>
                  <a:pt x="0" y="0"/>
                </a:lnTo>
                <a:lnTo>
                  <a:pt x="1916708" y="0"/>
                </a:lnTo>
                <a:lnTo>
                  <a:pt x="1916708" y="247100"/>
                </a:lnTo>
                <a:close/>
              </a:path>
            </a:pathLst>
          </a:custGeom>
          <a:solidFill>
            <a:srgbClr val="C1CF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172684" y="10930556"/>
            <a:ext cx="39370" cy="0"/>
          </a:xfrm>
          <a:custGeom>
            <a:avLst/>
            <a:gdLst/>
            <a:ahLst/>
            <a:cxnLst/>
            <a:rect l="l" t="t" r="r" b="b"/>
            <a:pathLst>
              <a:path w="39369">
                <a:moveTo>
                  <a:pt x="0" y="0"/>
                </a:moveTo>
                <a:lnTo>
                  <a:pt x="39327" y="0"/>
                </a:lnTo>
              </a:path>
            </a:pathLst>
          </a:custGeom>
          <a:ln w="7874">
            <a:solidFill>
              <a:srgbClr val="7E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266244" y="10742266"/>
            <a:ext cx="1824989" cy="247650"/>
          </a:xfrm>
          <a:custGeom>
            <a:avLst/>
            <a:gdLst/>
            <a:ahLst/>
            <a:cxnLst/>
            <a:rect l="l" t="t" r="r" b="b"/>
            <a:pathLst>
              <a:path w="1824990" h="247650">
                <a:moveTo>
                  <a:pt x="1824780" y="247100"/>
                </a:moveTo>
                <a:lnTo>
                  <a:pt x="0" y="247100"/>
                </a:lnTo>
                <a:lnTo>
                  <a:pt x="0" y="0"/>
                </a:lnTo>
                <a:lnTo>
                  <a:pt x="1824780" y="0"/>
                </a:lnTo>
                <a:lnTo>
                  <a:pt x="1824780" y="247100"/>
                </a:lnTo>
                <a:close/>
              </a:path>
            </a:pathLst>
          </a:custGeom>
          <a:solidFill>
            <a:srgbClr val="C1CF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993297" y="10716134"/>
            <a:ext cx="9142095" cy="5276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  <a:tabLst>
                <a:tab pos="5570855" algn="l"/>
                <a:tab pos="8924290" algn="l"/>
              </a:tabLst>
            </a:pPr>
            <a:r>
              <a:rPr sz="1400" spc="630" dirty="0">
                <a:solidFill>
                  <a:srgbClr val="ACCABD"/>
                </a:solidFill>
                <a:latin typeface="Arial"/>
                <a:cs typeface="Arial"/>
              </a:rPr>
              <a:t>--</a:t>
            </a:r>
            <a:r>
              <a:rPr sz="1400" spc="630" dirty="0">
                <a:latin typeface="Arial"/>
                <a:cs typeface="Arial"/>
              </a:rPr>
              <a:t>-----</a:t>
            </a:r>
            <a:r>
              <a:rPr sz="1400" spc="625" dirty="0">
                <a:solidFill>
                  <a:srgbClr val="A5A8A7"/>
                </a:solidFill>
                <a:latin typeface="Arial"/>
                <a:cs typeface="Arial"/>
              </a:rPr>
              <a:t>------</a:t>
            </a:r>
            <a:r>
              <a:rPr sz="1400" spc="670" dirty="0">
                <a:solidFill>
                  <a:srgbClr val="A5A8A7"/>
                </a:solidFill>
                <a:latin typeface="Arial"/>
                <a:cs typeface="Arial"/>
              </a:rPr>
              <a:t>"</a:t>
            </a:r>
            <a:r>
              <a:rPr sz="1400" spc="670" dirty="0">
                <a:solidFill>
                  <a:srgbClr val="ACCABD"/>
                </a:solidFill>
                <a:latin typeface="Arial"/>
                <a:cs typeface="Arial"/>
              </a:rPr>
              <a:t>-</a:t>
            </a:r>
            <a:r>
              <a:rPr sz="1400" spc="630" dirty="0">
                <a:solidFill>
                  <a:srgbClr val="ACCABD"/>
                </a:solidFill>
                <a:latin typeface="Arial"/>
                <a:cs typeface="Arial"/>
              </a:rPr>
              <a:t>------------</a:t>
            </a:r>
            <a:r>
              <a:rPr sz="1400" spc="625" dirty="0">
                <a:solidFill>
                  <a:srgbClr val="8E9795"/>
                </a:solidFill>
                <a:latin typeface="Arial"/>
                <a:cs typeface="Arial"/>
              </a:rPr>
              <a:t>----</a:t>
            </a:r>
            <a:r>
              <a:rPr sz="1400" spc="1095" dirty="0">
                <a:solidFill>
                  <a:srgbClr val="8E9795"/>
                </a:solidFill>
                <a:latin typeface="Arial"/>
                <a:cs typeface="Arial"/>
              </a:rPr>
              <a:t>====</a:t>
            </a:r>
            <a:r>
              <a:rPr sz="1400" dirty="0">
                <a:solidFill>
                  <a:srgbClr val="8E9795"/>
                </a:solidFill>
                <a:latin typeface="Arial"/>
                <a:cs typeface="Arial"/>
              </a:rPr>
              <a:t>	</a:t>
            </a:r>
            <a:r>
              <a:rPr sz="1400" u="sng" spc="130" dirty="0">
                <a:solidFill>
                  <a:srgbClr val="676D6E"/>
                </a:solidFill>
                <a:uFill>
                  <a:solidFill>
                    <a:srgbClr val="7E8787"/>
                  </a:solidFill>
                </a:uFill>
                <a:latin typeface="Arial"/>
                <a:cs typeface="Arial"/>
              </a:rPr>
              <a:t>wac.a</a:t>
            </a:r>
            <a:r>
              <a:rPr sz="1400" u="sng" spc="130" dirty="0">
                <a:solidFill>
                  <a:srgbClr val="7E8787"/>
                </a:solidFill>
                <a:uFill>
                  <a:solidFill>
                    <a:srgbClr val="7E8787"/>
                  </a:solidFill>
                </a:uFill>
                <a:latin typeface="Arial"/>
                <a:cs typeface="Arial"/>
              </a:rPr>
              <a:t>�====::</a:t>
            </a:r>
            <a:r>
              <a:rPr sz="1400" u="none" spc="130" dirty="0">
                <a:solidFill>
                  <a:srgbClr val="7E8787"/>
                </a:solidFill>
                <a:latin typeface="Arial"/>
                <a:cs typeface="Arial"/>
              </a:rPr>
              <a:t>!c_•</a:t>
            </a:r>
            <a:r>
              <a:rPr sz="1400" u="none" spc="-240" dirty="0">
                <a:solidFill>
                  <a:srgbClr val="7E8787"/>
                </a:solidFill>
                <a:latin typeface="Arial"/>
                <a:cs typeface="Arial"/>
              </a:rPr>
              <a:t> </a:t>
            </a:r>
            <a:r>
              <a:rPr sz="1400" u="sng" dirty="0">
                <a:solidFill>
                  <a:srgbClr val="7E8787"/>
                </a:solidFill>
                <a:uFill>
                  <a:solidFill>
                    <a:srgbClr val="ABC9BC"/>
                  </a:solidFill>
                </a:uFill>
                <a:latin typeface="Arial"/>
                <a:cs typeface="Arial"/>
              </a:rPr>
              <a:t>	</a:t>
            </a:r>
            <a:r>
              <a:rPr sz="1400" u="none" spc="775" dirty="0">
                <a:solidFill>
                  <a:srgbClr val="ACCABD"/>
                </a:solidFill>
                <a:latin typeface="Arial"/>
                <a:cs typeface="Arial"/>
              </a:rPr>
              <a:t>_</a:t>
            </a:r>
            <a:endParaRPr sz="1400">
              <a:latin typeface="Arial"/>
              <a:cs typeface="Arial"/>
            </a:endParaRPr>
          </a:p>
          <a:p>
            <a:pPr marL="4987925">
              <a:lnSpc>
                <a:spcPct val="100000"/>
              </a:lnSpc>
              <a:spcBef>
                <a:spcPts val="219"/>
              </a:spcBef>
            </a:pPr>
            <a:r>
              <a:rPr sz="1550" spc="50" dirty="0">
                <a:solidFill>
                  <a:srgbClr val="8E9795"/>
                </a:solidFill>
                <a:latin typeface="Arial"/>
                <a:cs typeface="Arial"/>
              </a:rPr>
              <a:t>Front</a:t>
            </a:r>
            <a:r>
              <a:rPr sz="1550" spc="114" dirty="0">
                <a:solidFill>
                  <a:srgbClr val="8E9795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8E9795"/>
                </a:solidFill>
                <a:latin typeface="Arial"/>
                <a:cs typeface="Arial"/>
              </a:rPr>
              <a:t>of</a:t>
            </a:r>
            <a:r>
              <a:rPr sz="1550" spc="160" dirty="0">
                <a:solidFill>
                  <a:srgbClr val="8E9795"/>
                </a:solidFill>
                <a:latin typeface="Arial"/>
                <a:cs typeface="Arial"/>
              </a:rPr>
              <a:t> </a:t>
            </a:r>
            <a:r>
              <a:rPr sz="1550" spc="80" dirty="0">
                <a:solidFill>
                  <a:srgbClr val="8E9795"/>
                </a:solidFill>
                <a:latin typeface="Arial"/>
                <a:cs typeface="Arial"/>
              </a:rPr>
              <a:t>the</a:t>
            </a:r>
            <a:r>
              <a:rPr sz="1550" spc="-50" dirty="0">
                <a:solidFill>
                  <a:srgbClr val="8E9795"/>
                </a:solidFill>
                <a:latin typeface="Arial"/>
                <a:cs typeface="Arial"/>
              </a:rPr>
              <a:t> </a:t>
            </a:r>
            <a:r>
              <a:rPr sz="1550" spc="145" dirty="0">
                <a:solidFill>
                  <a:srgbClr val="8E9795"/>
                </a:solidFill>
                <a:latin typeface="Arial"/>
                <a:cs typeface="Arial"/>
              </a:rPr>
              <a:t>room</a:t>
            </a:r>
            <a:r>
              <a:rPr sz="1550" spc="140" dirty="0">
                <a:solidFill>
                  <a:srgbClr val="8E9795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676D6E"/>
                </a:solidFill>
                <a:latin typeface="Arial"/>
                <a:cs typeface="Arial"/>
              </a:rPr>
              <a:t>t,&amp;.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77600"/>
            <a:chOff x="0" y="0"/>
            <a:chExt cx="20104100" cy="1127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277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52900" y="4630572"/>
              <a:ext cx="0" cy="394335"/>
            </a:xfrm>
            <a:custGeom>
              <a:avLst/>
              <a:gdLst/>
              <a:ahLst/>
              <a:cxnLst/>
              <a:rect l="l" t="t" r="r" b="b"/>
              <a:pathLst>
                <a:path h="394335">
                  <a:moveTo>
                    <a:pt x="0" y="393749"/>
                  </a:moveTo>
                  <a:lnTo>
                    <a:pt x="0" y="0"/>
                  </a:lnTo>
                </a:path>
              </a:pathLst>
            </a:custGeom>
            <a:ln w="15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84385" y="7544314"/>
              <a:ext cx="370205" cy="488315"/>
            </a:xfrm>
            <a:custGeom>
              <a:avLst/>
              <a:gdLst/>
              <a:ahLst/>
              <a:cxnLst/>
              <a:rect l="l" t="t" r="r" b="b"/>
              <a:pathLst>
                <a:path w="370204" h="488315">
                  <a:moveTo>
                    <a:pt x="0" y="488248"/>
                  </a:moveTo>
                  <a:lnTo>
                    <a:pt x="0" y="236249"/>
                  </a:lnTo>
                </a:path>
                <a:path w="370204" h="488315">
                  <a:moveTo>
                    <a:pt x="369675" y="488248"/>
                  </a:moveTo>
                  <a:lnTo>
                    <a:pt x="369675" y="0"/>
                  </a:lnTo>
                </a:path>
              </a:pathLst>
            </a:custGeom>
            <a:ln w="7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69745" y="4536072"/>
              <a:ext cx="2077085" cy="3032125"/>
            </a:xfrm>
            <a:custGeom>
              <a:avLst/>
              <a:gdLst/>
              <a:ahLst/>
              <a:cxnLst/>
              <a:rect l="l" t="t" r="r" b="b"/>
              <a:pathLst>
                <a:path w="2077085" h="3032125">
                  <a:moveTo>
                    <a:pt x="1911299" y="818997"/>
                  </a:moveTo>
                  <a:lnTo>
                    <a:pt x="1911299" y="503998"/>
                  </a:lnTo>
                </a:path>
                <a:path w="2077085" h="3032125">
                  <a:moveTo>
                    <a:pt x="0" y="0"/>
                  </a:moveTo>
                  <a:lnTo>
                    <a:pt x="2076473" y="0"/>
                  </a:lnTo>
                </a:path>
                <a:path w="2077085" h="3032125">
                  <a:moveTo>
                    <a:pt x="1573086" y="511873"/>
                  </a:moveTo>
                  <a:lnTo>
                    <a:pt x="1934896" y="511873"/>
                  </a:lnTo>
                </a:path>
                <a:path w="2077085" h="3032125">
                  <a:moveTo>
                    <a:pt x="1053967" y="3031867"/>
                  </a:moveTo>
                  <a:lnTo>
                    <a:pt x="1400046" y="3031867"/>
                  </a:lnTo>
                </a:path>
              </a:pathLst>
            </a:custGeom>
            <a:ln w="15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32225" y="4259563"/>
            <a:ext cx="8959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B6262"/>
                </a:solidFill>
                <a:latin typeface="Arial"/>
                <a:cs typeface="Arial"/>
              </a:rPr>
              <a:t>C</a:t>
            </a:r>
            <a:r>
              <a:rPr sz="900" spc="-10" dirty="0">
                <a:solidFill>
                  <a:srgbClr val="2A2D2D"/>
                </a:solidFill>
                <a:latin typeface="Arial"/>
                <a:cs typeface="Arial"/>
              </a:rPr>
              <a:t>l</a:t>
            </a:r>
            <a:r>
              <a:rPr sz="900" spc="-10" dirty="0">
                <a:solidFill>
                  <a:srgbClr val="5B6262"/>
                </a:solidFill>
                <a:latin typeface="Arial"/>
                <a:cs typeface="Arial"/>
              </a:rPr>
              <a:t>assroom</a:t>
            </a:r>
            <a:r>
              <a:rPr sz="900" spc="-50" dirty="0">
                <a:solidFill>
                  <a:srgbClr val="5B626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5B6262"/>
                </a:solidFill>
                <a:latin typeface="Arial"/>
                <a:cs typeface="Arial"/>
              </a:rPr>
              <a:t>demo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00867" y="4043000"/>
            <a:ext cx="997585" cy="485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00" u="sng" dirty="0">
                <a:solidFill>
                  <a:srgbClr val="6E9AC8"/>
                </a:solidFill>
                <a:uFill>
                  <a:solidFill>
                    <a:srgbClr val="6E9AC8"/>
                  </a:solidFill>
                </a:uFill>
                <a:latin typeface="Arial"/>
                <a:cs typeface="Arial"/>
              </a:rPr>
              <a:t>Edit</a:t>
            </a:r>
            <a:r>
              <a:rPr sz="900" u="sng" spc="-100" dirty="0">
                <a:solidFill>
                  <a:srgbClr val="6E9AC8"/>
                </a:solidFill>
                <a:uFill>
                  <a:solidFill>
                    <a:srgbClr val="6E9AC8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105" dirty="0">
                <a:solidFill>
                  <a:srgbClr val="6E9AC8"/>
                </a:solidFill>
                <a:uFill>
                  <a:solidFill>
                    <a:srgbClr val="6E9AC8"/>
                  </a:solidFill>
                </a:uFill>
                <a:latin typeface="Arial"/>
                <a:cs typeface="Arial"/>
              </a:rPr>
              <a:t>selected</a:t>
            </a:r>
            <a:r>
              <a:rPr sz="1100" u="sng" dirty="0">
                <a:solidFill>
                  <a:srgbClr val="6E9AC8"/>
                </a:solidFill>
                <a:uFill>
                  <a:solidFill>
                    <a:srgbClr val="6E9AC8"/>
                  </a:solidFill>
                </a:uFill>
                <a:latin typeface="Arial"/>
                <a:cs typeface="Arial"/>
              </a:rPr>
              <a:t> </a:t>
            </a:r>
            <a:r>
              <a:rPr sz="900" u="sng" spc="40" dirty="0">
                <a:solidFill>
                  <a:srgbClr val="6E9AC8"/>
                </a:solidFill>
                <a:uFill>
                  <a:solidFill>
                    <a:srgbClr val="6E9AC8"/>
                  </a:solidFill>
                </a:uFill>
                <a:latin typeface="Arial"/>
                <a:cs typeface="Arial"/>
              </a:rPr>
              <a:t>room</a:t>
            </a:r>
            <a:endParaRPr sz="900">
              <a:latin typeface="Arial"/>
              <a:cs typeface="Arial"/>
            </a:endParaRPr>
          </a:p>
          <a:p>
            <a:pPr marL="815340">
              <a:lnSpc>
                <a:spcPts val="380"/>
              </a:lnSpc>
              <a:spcBef>
                <a:spcPts val="434"/>
              </a:spcBef>
            </a:pPr>
            <a:r>
              <a:rPr sz="400" spc="-50" dirty="0">
                <a:solidFill>
                  <a:srgbClr val="B8B8B5"/>
                </a:solidFill>
                <a:latin typeface="Times New Roman"/>
                <a:cs typeface="Times New Roman"/>
              </a:rPr>
              <a:t>A</a:t>
            </a:r>
            <a:endParaRPr sz="400">
              <a:latin typeface="Times New Roman"/>
              <a:cs typeface="Times New Roman"/>
            </a:endParaRPr>
          </a:p>
          <a:p>
            <a:pPr marL="807720">
              <a:lnSpc>
                <a:spcPts val="1460"/>
              </a:lnSpc>
            </a:pPr>
            <a:r>
              <a:rPr sz="1300" spc="-50" dirty="0">
                <a:solidFill>
                  <a:srgbClr val="B8B8B5"/>
                </a:solidFill>
                <a:latin typeface="Arial"/>
                <a:cs typeface="Arial"/>
              </a:rPr>
              <a:t>"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6479" y="5121873"/>
            <a:ext cx="19050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b="1" spc="-75" dirty="0">
                <a:solidFill>
                  <a:srgbClr val="5B6262"/>
                </a:solidFill>
                <a:latin typeface="Times New Roman"/>
                <a:cs typeface="Times New Roman"/>
              </a:rPr>
              <a:t>MA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5548" y="6102308"/>
            <a:ext cx="255904" cy="5956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7945">
              <a:lnSpc>
                <a:spcPts val="1390"/>
              </a:lnSpc>
              <a:spcBef>
                <a:spcPts val="120"/>
              </a:spcBef>
            </a:pPr>
            <a:r>
              <a:rPr sz="1250" spc="-25" dirty="0">
                <a:solidFill>
                  <a:srgbClr val="CDCFD1"/>
                </a:solidFill>
                <a:latin typeface="Arial"/>
                <a:cs typeface="Arial"/>
              </a:rPr>
              <a:t>.,.</a:t>
            </a:r>
            <a:endParaRPr sz="1250">
              <a:latin typeface="Arial"/>
              <a:cs typeface="Arial"/>
            </a:endParaRPr>
          </a:p>
          <a:p>
            <a:pPr marL="77470">
              <a:lnSpc>
                <a:spcPts val="670"/>
              </a:lnSpc>
            </a:pPr>
            <a:r>
              <a:rPr sz="650" spc="-20" dirty="0">
                <a:solidFill>
                  <a:srgbClr val="CDCFD1"/>
                </a:solidFill>
                <a:latin typeface="Arial"/>
                <a:cs typeface="Arial"/>
              </a:rPr>
              <a:t>ldon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solidFill>
                  <a:srgbClr val="B8B8B5"/>
                </a:solidFill>
                <a:latin typeface="Times New Roman"/>
                <a:cs typeface="Times New Roman"/>
              </a:rPr>
              <a:t>"'1A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64810" y="3314565"/>
            <a:ext cx="58928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i="1" dirty="0">
                <a:solidFill>
                  <a:srgbClr val="2A2D2D"/>
                </a:solidFill>
                <a:latin typeface="Arial"/>
                <a:cs typeface="Arial"/>
              </a:rPr>
              <a:t>Q</a:t>
            </a:r>
            <a:r>
              <a:rPr sz="900" b="1" i="1" spc="225" dirty="0">
                <a:solidFill>
                  <a:srgbClr val="2A2D2D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5B6262"/>
                </a:solidFill>
                <a:latin typeface="Times New Roman"/>
                <a:cs typeface="Times New Roman"/>
              </a:rPr>
              <a:t>Share..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9058" y="7633990"/>
            <a:ext cx="45021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98145" algn="l"/>
              </a:tabLst>
            </a:pPr>
            <a:r>
              <a:rPr sz="1100" spc="15" dirty="0">
                <a:solidFill>
                  <a:srgbClr val="522D1C"/>
                </a:solidFill>
                <a:latin typeface="Times New Roman"/>
                <a:cs typeface="Times New Roman"/>
              </a:rPr>
              <a:t>�</a:t>
            </a:r>
            <a:r>
              <a:rPr sz="1100" dirty="0">
                <a:solidFill>
                  <a:srgbClr val="522D1C"/>
                </a:solidFill>
                <a:latin typeface="Times New Roman"/>
                <a:cs typeface="Times New Roman"/>
              </a:rPr>
              <a:t>	</a:t>
            </a:r>
            <a:r>
              <a:rPr sz="1100" i="1" spc="-50" dirty="0">
                <a:solidFill>
                  <a:srgbClr val="B58E60"/>
                </a:solid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1005" y="7830865"/>
            <a:ext cx="263525" cy="12953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50" b="1" spc="-20" dirty="0">
                <a:solidFill>
                  <a:srgbClr val="999C9E"/>
                </a:solidFill>
                <a:latin typeface="Arial"/>
                <a:cs typeface="Arial"/>
              </a:rPr>
              <a:t>J.Kqui</a:t>
            </a:r>
            <a:endParaRPr sz="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93474" y="7901740"/>
            <a:ext cx="36322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u="sng" spc="-10" dirty="0">
                <a:solidFill>
                  <a:srgbClr val="999C9E"/>
                </a:solidFill>
                <a:uFill>
                  <a:solidFill>
                    <a:srgbClr val="999C9E"/>
                  </a:solidFill>
                </a:uFill>
                <a:latin typeface="Arial"/>
                <a:cs typeface="Arial"/>
              </a:rPr>
              <a:t>Tburm&lt;&gt;n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45159" y="4357999"/>
            <a:ext cx="378460" cy="677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375" spc="-1589" baseline="-11111" dirty="0">
                <a:solidFill>
                  <a:srgbClr val="46210E"/>
                </a:solidFill>
              </a:rPr>
              <a:t>.</a:t>
            </a:r>
            <a:r>
              <a:rPr sz="2800" spc="-1475" dirty="0">
                <a:solidFill>
                  <a:srgbClr val="705748"/>
                </a:solidFill>
                <a:latin typeface="Courier New"/>
                <a:cs typeface="Courier New"/>
              </a:rPr>
              <a:t>.</a:t>
            </a:r>
            <a:r>
              <a:rPr sz="1750" spc="-10" dirty="0">
                <a:solidFill>
                  <a:srgbClr val="2D211A"/>
                </a:solidFill>
              </a:rPr>
              <a:t>,</a:t>
            </a:r>
            <a:r>
              <a:rPr sz="1750" spc="385" dirty="0">
                <a:solidFill>
                  <a:srgbClr val="2D211A"/>
                </a:solidFill>
              </a:rPr>
              <a:t> </a:t>
            </a:r>
            <a:r>
              <a:rPr sz="3000" i="1" spc="-75" baseline="-23611" dirty="0">
                <a:solidFill>
                  <a:srgbClr val="46210E"/>
                </a:solidFill>
                <a:latin typeface="Times New Roman"/>
                <a:cs typeface="Times New Roman"/>
              </a:rPr>
              <a:t>:</a:t>
            </a:r>
            <a:endParaRPr sz="3000" baseline="-2361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98</Words>
  <Application>Microsoft Office PowerPoint</Application>
  <PresentationFormat>Custom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m 8 Print/Export.. a Share..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..,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Keerthi</dc:creator>
  <cp:lastModifiedBy>Keerthi Garikipati</cp:lastModifiedBy>
  <cp:revision>2</cp:revision>
  <dcterms:created xsi:type="dcterms:W3CDTF">2026-05-31T11:28:05Z</dcterms:created>
  <dcterms:modified xsi:type="dcterms:W3CDTF">2026-06-16T05:15:18Z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2026-05-31T00:00:00Z</vt:filetime>
  </property>
  <property fmtid="{D5CDD505-2E9C-101B-9397-08002B2CF9AE}" pid="3" name="LastSaved">
    <vt:filetime>2026-05-31T00:00:00Z</vt:filetime>
  </property>
</Properties>
</file>